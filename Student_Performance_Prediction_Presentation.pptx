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5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No animation (clean cover)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agenda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the summary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click) for each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for the table (by row) if desired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row) for the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Morph</a:t>
            </a:r>
          </a:p>
          <a:p>
            <a:r>
              <a:t>Animations: Wipe for arrows (optional); none for boxes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bullets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row) for the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row) for the comparison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Morph</a:t>
            </a:r>
          </a:p>
          <a:p>
            <a:r>
              <a:t>Animations: Appear (by click) for each pipeline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row) for the metrics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Wipe up for bars; appear for labels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challenge/solution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click) for each step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Appear (by paragraph) for conclusion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Recommended in PowerPoint:</a:t>
            </a:r>
          </a:p>
          <a:p>
            <a:endParaRPr/>
          </a:p>
          <a:p>
            <a:r>
              <a:t>Transition: Fade</a:t>
            </a:r>
          </a:p>
          <a:p>
            <a:r>
              <a:t>Animations: None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" cy="6858000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548640" y="914400"/>
            <a:ext cx="11521440" cy="1005840"/>
          </a:xfrm>
          <a:prstGeom prst="parallelogram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62895" y="502920"/>
            <a:ext cx="164592" cy="164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02975" y="502920"/>
            <a:ext cx="164592" cy="164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60175" y="502920"/>
            <a:ext cx="164592" cy="164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09199" y="576072"/>
            <a:ext cx="548640" cy="27432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49279" y="576072"/>
            <a:ext cx="365760" cy="27432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1695" y="758952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1034A6"/>
                </a:solidFill>
                <a:latin typeface="Calibri"/>
              </a:defRPr>
            </a:pPr>
            <a:r>
              <a:rPr dirty="0"/>
              <a:t>Student Performance Prediction System</a:t>
            </a:r>
          </a:p>
          <a:p>
            <a:pPr algn="l">
              <a:defRPr sz="2400" b="1">
                <a:solidFill>
                  <a:srgbClr val="404040"/>
                </a:solidFill>
                <a:latin typeface="Calibri"/>
              </a:defRPr>
            </a:pPr>
            <a:r>
              <a:rPr dirty="0"/>
              <a:t>Machine Learning &amp; AI for Early Intervention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34A6"/>
                </a:solidFill>
                <a:latin typeface="Calibri"/>
              </a:defRPr>
            </a:pPr>
            <a:r>
              <a:t>Quick 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383280"/>
            <a:ext cx="23888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t>0.82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Model R²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97630" y="3383280"/>
            <a:ext cx="23888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t>Regression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5100" y="3383280"/>
            <a:ext cx="26174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Flask + Chart.js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4764" y="3383280"/>
            <a:ext cx="238887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Student CSV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949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Danish Butt (233606) — Team Leader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Sadia Khan (233544)  |  Rayyan Javed (233532)  |  Owaif Amir (233586)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Instructor: Mam Atika  •  Air University, Multan Campus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Introduction &amp; Problem Statement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Project Objectives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System Architecture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Machine Learning Model Analysis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Implementation &amp; Features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Results &amp; Performance Metrics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Challenges &amp; Solutions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Live Demonstration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92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Late detection of low performance; teachers need early signals.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Full-stack web app that predicts grades using ML and visualizes results.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Early intervention support, better monitoring, and faster decisions.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80160" y="5212080"/>
            <a:ext cx="225171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Students &amp; Teachers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760470" y="5212080"/>
            <a:ext cx="225171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/>
              <a:t>Dashboards + Charts</a:t>
            </a:r>
          </a:p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40780" y="5212080"/>
            <a:ext cx="225171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 err="1" smtClean="0"/>
              <a:t>scikit</a:t>
            </a:r>
            <a:r>
              <a:rPr dirty="0" smtClean="0"/>
              <a:t>-learn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21090" y="5212080"/>
            <a:ext cx="225171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>
              <a:defRPr sz="2600" b="1">
                <a:solidFill>
                  <a:srgbClr val="1034A6"/>
                </a:solidFill>
                <a:latin typeface="Calibri"/>
              </a:defRPr>
            </a:pPr>
            <a:r>
              <a:rPr dirty="0" smtClean="0"/>
              <a:t>CSV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Late Intervention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Problems are often detected only after the semester 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Scattered Data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Student data is siloed across multiple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93192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Reactive Approach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No proactive prediction of student failure.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931920"/>
            <a:ext cx="41148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>
              <a:defRPr sz="2000" b="1">
                <a:solidFill>
                  <a:srgbClr val="1034A6"/>
                </a:solidFill>
                <a:latin typeface="Calibri"/>
              </a:defRPr>
            </a:pPr>
            <a:r>
              <a:t>Manual Analysis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Time-consuming manual tracking by teachers.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404040"/>
                </a:solidFill>
                <a:latin typeface="Calibri"/>
              </a:defRPr>
            </a:pPr>
            <a:r>
              <a:t>Goal: Predict performance early to enable timely intervention.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Predict student performance early using ML.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Provide dashboards for students and teachers.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Visualize performance trends using charts.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Support timely intervention and better decisions.</a:t>
            </a:r>
          </a:p>
          <a:p>
            <a:pPr marL="0" indent="0">
              <a:spcAft>
                <a:spcPts val="10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Keep the solution lightweight and easy to 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Dataset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92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student-mat.csv (student performance 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Final grade (G3)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Key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Study time, failures, absences, parental education, etc.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Validation + numeric encoding for model input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Train/Test split for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80160" y="4572000"/>
            <a:ext cx="9692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Note: The model predicts grades to highlight at-risk students early.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Visual dashboards help teachers take action quickly.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Users &amp;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92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Needs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 System Provides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Know expected performance; track progress.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Prediction + personal dashboard + trends.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Monitor class; identify weak students.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Analytics dashboard + early risk signals.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Admin/Instructor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Review system outputs.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Simple deploy/run process + logs.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User (Student/Teacher)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310896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Frontend (HTML/JS)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310896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0" y="274320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Backend (Flask)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15200" y="310896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0" y="274320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ML Model (Regression)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01200" y="3108960"/>
            <a:ext cx="457200" cy="18288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8400" y="2743200"/>
            <a:ext cx="18288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404040"/>
                </a:solidFill>
                <a:latin typeface="Calibri"/>
              </a:defRPr>
            </a:pPr>
            <a:r>
              <a:t>Database (CSV)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34A6"/>
                </a:solidFill>
                <a:latin typeface="Calibri"/>
              </a:defRPr>
            </a:pPr>
            <a:r>
              <a:t>Technology Stack Details: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 • Frontend: HTML5, CSS3, JavaScript, Chart.js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 • Backend: Python 3.9, Flask 3.0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 • Machine Learning: Scikit-learn, Pandas, Numpy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Flask backend routes for prediction and dashboards.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Chart.js used for clean visual analytics.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Input validation to reduce inconsistent data.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Modular structure for easy updates and maintenance.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Simple run scripts for web app and GUI modes.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Student Dashboard —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Grade prediction with clear explanation.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Progress tracking and semester-wise trends.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Visual graphs for performance monitoring.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Action guidance: where improvement is needed.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Teacher Dashboard —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Class-level analytics with charts and summaries.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Identify at-risk students early.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Track changes in performance over time.</a:t>
            </a:r>
          </a:p>
          <a:p>
            <a:pPr>
              <a:spcAft>
                <a:spcPts val="1000"/>
              </a:spcAft>
              <a:defRPr sz="2400" b="0">
                <a:solidFill>
                  <a:srgbClr val="404040"/>
                </a:solidFill>
                <a:latin typeface="Calibri"/>
              </a:defRPr>
            </a:pPr>
            <a:r>
              <a:t>• Support targeted intervention and counseling.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Security &amp; Data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92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Login / signup flow with role awareness (student/teacher).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Strict input validation to reduce invalid records.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Data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CSV dataset (demo-friendly), easy to replace with DB later.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Only required academic fields are used for predictions.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1.86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2.43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0.02s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Ridge Regression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1.89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2.45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0.03s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1.20s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2.12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2.78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0.08s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  <a:latin typeface="Calibri"/>
              </a:defRPr>
            </a:pPr>
            <a:r>
              <a:t>Selected Model: Linear Regression (best balance of accuracy and speed)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ML Pipeline (End-to-End)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8620" y="2729484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rPr dirty="0"/>
              <a:t>Collect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80260" y="3063240"/>
            <a:ext cx="320040" cy="20116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00300" y="2716471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t>Validate &amp; Encode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1940" y="3063240"/>
            <a:ext cx="320040" cy="20116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11980" y="2715416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rPr dirty="0"/>
              <a:t>Train 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95847" y="3049172"/>
            <a:ext cx="320040" cy="20116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23660" y="2715416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t>Evaluate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23073" y="3063240"/>
            <a:ext cx="320040" cy="20116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43113" y="2729484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t>Predict Grade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134753" y="3049172"/>
            <a:ext cx="320040" cy="201168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54793" y="2715224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04040"/>
                </a:solidFill>
                <a:latin typeface="Calibri"/>
              </a:defRPr>
            </a:pPr>
            <a:r>
              <a:t>Show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63440"/>
            <a:ext cx="9692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Key idea: the pipeline converts raw student inputs into an actionable prediction.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Dashboards make results easy to understand for teachers and students.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Model Evaluation (Metrics)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80160" y="1828800"/>
          <a:ext cx="9692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03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How well the model explains the variance.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Average absolute prediction error.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1.86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Error magnitude (penalizes large errors).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Prediction latency per request.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404040"/>
                          </a:solidFill>
                          <a:latin typeface="Calibri"/>
                        </a:defRPr>
                      </a:pPr>
                      <a:r>
                        <a:t>~0.02s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80160" y="5074920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Interpretation: A strong R² with low errors supports early intervention usage.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Key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2862072"/>
            <a:ext cx="1371600" cy="2624328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249631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Model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350008"/>
            <a:ext cx="1371600" cy="3136392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9842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74036"/>
            <a:ext cx="1371600" cy="2912364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208276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User Satisfaction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286000"/>
            <a:ext cx="1371600" cy="3200400"/>
          </a:xfrm>
          <a:prstGeom prst="rect">
            <a:avLst/>
          </a:prstGeom>
          <a:solidFill>
            <a:srgbClr val="0070C0"/>
          </a:solidFill>
          <a:ln w="12700">
            <a:solidFill>
              <a:srgbClr val="103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920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577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404040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486400"/>
            <a:ext cx="9601200" cy="274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  <a:defRPr sz="2200" b="1">
                <a:solidFill>
                  <a:srgbClr val="404040"/>
                </a:solidFill>
                <a:latin typeface="Calibri"/>
              </a:defRPr>
            </a:pPr>
            <a:r>
              <a:rPr dirty="0"/>
              <a:t>Key issues encountered during development: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dirty="0"/>
              <a:t>• Overfitting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Solution: Applied Regularization &amp; Cross-validation.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dirty="0"/>
              <a:t>• Slow Prediction Speed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Solution: Optimized Flask routes and model serialization.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dirty="0"/>
              <a:t>• Mobile Responsiveness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Solution: Implemented custom CSS media queries.</a:t>
            </a:r>
          </a:p>
          <a:p>
            <a:pPr marL="0" indent="0">
              <a:spcAft>
                <a:spcPts val="200"/>
              </a:spcAft>
              <a:buNone/>
              <a:defRPr sz="2200" b="1">
                <a:solidFill>
                  <a:srgbClr val="1034A6"/>
                </a:solidFill>
                <a:latin typeface="Calibri"/>
              </a:defRPr>
            </a:pPr>
            <a:r>
              <a:rPr dirty="0"/>
              <a:t>• Data </a:t>
            </a:r>
            <a:r>
              <a:rPr dirty="0" smtClean="0"/>
              <a:t>Inconsistency</a:t>
            </a:r>
          </a:p>
          <a:p>
            <a:pPr marL="0" indent="0">
              <a:spcAft>
                <a:spcPts val="1000"/>
              </a:spcAft>
              <a:buNone/>
              <a:defRPr sz="1800" b="0">
                <a:solidFill>
                  <a:srgbClr val="404040"/>
                </a:solidFill>
                <a:latin typeface="Calibri"/>
              </a:defRPr>
            </a:pPr>
            <a:r>
              <a:rPr lang="en-US" dirty="0" smtClean="0"/>
              <a:t>	  </a:t>
            </a:r>
            <a:r>
              <a:rPr dirty="0" smtClean="0"/>
              <a:t> Solution: Added strict validation on the input form.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Live Demonstration (Flow)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000"/>
              </a:spcAft>
              <a:buNone/>
              <a:defRPr sz="2400" b="1">
                <a:solidFill>
                  <a:srgbClr val="1034A6"/>
                </a:solidFill>
                <a:latin typeface="Calibri"/>
              </a:defRPr>
            </a:pPr>
            <a:r>
              <a:rPr dirty="0"/>
              <a:t>1) Open the web app / GUI.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dirty="0"/>
              <a:t>2) Enter student inputs and submit.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dirty="0"/>
              <a:t>3) View prediction, charts, and insights on the dashboard.</a:t>
            </a:r>
          </a:p>
          <a:p>
            <a:pPr marL="0" indent="0">
              <a:spcAft>
                <a:spcPts val="1000"/>
              </a:spcAft>
              <a:buNone/>
              <a:defRPr sz="2200" b="0">
                <a:solidFill>
                  <a:srgbClr val="404040"/>
                </a:solidFill>
                <a:latin typeface="Calibri"/>
              </a:defRPr>
            </a:pPr>
            <a:r>
              <a:rPr dirty="0"/>
              <a:t>4) Teacher view: review class analytics and identify weak students.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4000" b="1">
                <a:solidFill>
                  <a:srgbClr val="1034A6"/>
                </a:solidFill>
                <a:latin typeface="Calibri"/>
              </a:defRPr>
            </a:pPr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12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Successfully developed a full-stack prediction system.</a:t>
            </a:r>
          </a:p>
          <a:p>
            <a:pPr marL="0" indent="0">
              <a:spcAft>
                <a:spcPts val="12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Achieved 82% accuracy using Linear Regression.</a:t>
            </a:r>
          </a:p>
          <a:p>
            <a:pPr marL="0" indent="0">
              <a:spcAft>
                <a:spcPts val="12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Created intuitive dashboards for both Students and Teachers.</a:t>
            </a:r>
          </a:p>
          <a:p>
            <a:pPr marL="0" indent="0">
              <a:spcAft>
                <a:spcPts val="12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System is production-ready and scalable.</a:t>
            </a:r>
          </a:p>
          <a:p>
            <a:pPr marL="0" indent="0">
              <a:spcAft>
                <a:spcPts val="1200"/>
              </a:spcAft>
              <a:buNone/>
              <a:defRPr sz="2400" b="0">
                <a:solidFill>
                  <a:srgbClr val="404040"/>
                </a:solidFill>
                <a:latin typeface="Calibri"/>
              </a:defRPr>
            </a:pPr>
            <a:r>
              <a:rPr dirty="0"/>
              <a:t>• Enables proactive intervention to help struggling students.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143000"/>
            <a:ext cx="1036289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  |  Slide 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3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10271455" y="73152"/>
            <a:ext cx="1920240" cy="1097280"/>
          </a:xfrm>
          <a:prstGeom prst="rtTriangle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92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1034A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246120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404040"/>
                </a:solidFill>
                <a:latin typeface="Calibri"/>
              </a:defRPr>
            </a:pPr>
            <a:r>
              <a:t>Q &amp;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160520"/>
            <a:ext cx="8138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800" b="1">
                <a:solidFill>
                  <a:srgbClr val="1034A6"/>
                </a:solidFill>
                <a:latin typeface="Calibri"/>
              </a:defRPr>
            </a:pPr>
            <a:r>
              <a:t>Project: Student Performance Prediction System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Repository: (add your GitHub link here)</a:t>
            </a:r>
          </a:p>
          <a:p>
            <a:pPr>
              <a:defRPr sz="1600" b="0">
                <a:solidFill>
                  <a:srgbClr val="404040"/>
                </a:solidFill>
                <a:latin typeface="Calibri"/>
              </a:defRPr>
            </a:pPr>
            <a:r>
              <a:t>Presenter: Danish Butt (233606)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583680"/>
            <a:ext cx="6858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04040"/>
                </a:solidFill>
                <a:latin typeface="Calibri"/>
              </a:defRPr>
            </a:pPr>
            <a:r>
              <a:t>Student Performance Prediction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65836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404040"/>
                </a:solidFill>
                <a:latin typeface="Calibri"/>
              </a:defRPr>
            </a:pPr>
            <a:r>
              <a:t>Dec 27,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1411</Words>
  <Application>Microsoft Office PowerPoint</Application>
  <PresentationFormat>Widescreen</PresentationFormat>
  <Paragraphs>324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Presentation Agenda</vt:lpstr>
      <vt:lpstr>Project Overview</vt:lpstr>
      <vt:lpstr>Problem Statement</vt:lpstr>
      <vt:lpstr>Project Objectives</vt:lpstr>
      <vt:lpstr>Dataset &amp; Features</vt:lpstr>
      <vt:lpstr>Users &amp; Responsibilities</vt:lpstr>
      <vt:lpstr>System Architecture</vt:lpstr>
      <vt:lpstr>Implementation Highlights</vt:lpstr>
      <vt:lpstr>Student Dashboard — Key Features</vt:lpstr>
      <vt:lpstr>Teacher Dashboard — Key Features</vt:lpstr>
      <vt:lpstr>Security &amp; Data Handling</vt:lpstr>
      <vt:lpstr>Model Performance Comparison</vt:lpstr>
      <vt:lpstr>ML Pipeline (End-to-End)</vt:lpstr>
      <vt:lpstr>Model Evaluation (Metrics)</vt:lpstr>
      <vt:lpstr>Key Performance Metrics</vt:lpstr>
      <vt:lpstr>Challenges &amp; Solutions</vt:lpstr>
      <vt:lpstr>Live Demonstration (Flow)</vt:lpstr>
      <vt:lpstr>Conclusion &amp; Impact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2025-12-27T16:14:01Z</dcterms:modified>
  <cp:category/>
</cp:coreProperties>
</file>